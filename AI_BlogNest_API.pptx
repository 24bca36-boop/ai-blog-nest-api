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40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213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943661"/>
            <a:ext cx="764438" cy="7644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BLOG NEST API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Content Generation &amp; Blog Management REST API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3886200"/>
            <a:ext cx="32918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4434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Priyadharshini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R.A. Yuvashree      |      U.S. Sadhana      |      A. Samrin Fathima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C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Express.js  ·  MongoDB  ·  Google Gemini AI  ·  JWT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56816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46120" y="1828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7D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108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creators need BlogNest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16002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663440" y="18745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icon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956816"/>
            <a:ext cx="521208" cy="5212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828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7D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617720" y="26974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3108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core capabilities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0" y="16002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503920" y="18745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icon_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1956816"/>
            <a:ext cx="521208" cy="5212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27080" y="1828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7D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458200" y="26974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58200" y="3108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layers connect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16052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822960" y="4434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icon_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517136"/>
            <a:ext cx="521208" cy="5212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246120" y="4389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7D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77240" y="5257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77240" y="56692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posts, categories &amp; comments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389120" y="416052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4663440" y="4434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4" descr="icon_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4517136"/>
            <a:ext cx="521208" cy="5212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86600" y="4389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7D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4617720" y="5257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Security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4617720" y="56692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across the platform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229600" y="416052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8503920" y="4434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5" descr="icon_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4517136"/>
            <a:ext cx="521208" cy="5212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927080" y="4389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7D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0"/>
          <p:cNvSpPr/>
          <p:nvPr/>
        </p:nvSpPr>
        <p:spPr>
          <a:xfrm>
            <a:off x="8458200" y="5257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8458200" y="56692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&amp; summarization in action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BlogNest API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Blogs Doesn't Scale By Hand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754880"/>
          </a:xfrm>
          <a:prstGeom prst="roundRect">
            <a:avLst>
              <a:gd name="adj" fmla="val 230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1973275"/>
            <a:ext cx="625450" cy="625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834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Priya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3337560"/>
            <a:ext cx="4343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 creator managing multiple blogs — juggling drafts, categories, publishing schedules and reader engagement without a centralized system.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89320" y="174650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263640" y="1563624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managing multiple drafts, categories &amp; tags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89320" y="264261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263640" y="2459736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post performance and engagement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89320" y="353872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263640" y="335584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content approval &amp; comment moderation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89320" y="44348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263640" y="42519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streamlined system for media uploads or metadata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989320" y="53309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263640" y="5148072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collaborative permission tiers for team roles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BlogNest API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Centralized, AI-Assisted CMS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BlogNest delivers a secure API wrapper that decouples business logic from frontend delivery — introducing an internal permission matrix that controls content scheduling, category taxonomy, media handling and granular user roles.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icon_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9" y="2973629"/>
            <a:ext cx="590702" cy="5907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840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posts, uploads media pathways, organizes drafts and reviews personal post performance.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60604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617720" y="28803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icon_user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989" y="2973629"/>
            <a:ext cx="590702" cy="5907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840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/ Admin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17720" y="42976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content queues, manages publishing status, moderates comments, manages user privileges.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260604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76200" dist="25400" dir="5400000" algn="bl" rotWithShape="0">
              <a:srgbClr val="9AAA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412480" y="288036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icon_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5749" y="2973629"/>
            <a:ext cx="590702" cy="5907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840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2480" y="42976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public posts and engages by creating comments on published content.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faster content execution, guaranteed data integrity, and accurate analytics for post optimization.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BlogNest API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19001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146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Route Guarding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017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token processing blocks unauthorized tiers from modifying core settings.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600200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657600" y="1828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icon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923" y="190012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5146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Blog Engine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11880" y="3017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schema control over content, status states and asset assignment paths.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600200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537960" y="1828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icon_ta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283" y="190012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5146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 System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92240" y="3017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tag indices enable filtering and discoverability.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89720" y="1600200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9418320" y="1828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icon_com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9643" y="190012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25146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Moderation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72600" y="3017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endpoints for approved / pending / spam flags.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069080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777240" y="4297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icon_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" y="4369003"/>
            <a:ext cx="451714" cy="45171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9834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Sanitization Safeguards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31520" y="54864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XSS and NoSQL injection vectors.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29000" y="4069080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3657600" y="4297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icon_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8923" y="4369003"/>
            <a:ext cx="451714" cy="45171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11880" y="49834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 Generation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611880" y="54864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pipeline synthesizes full posts from a topic + category.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309360" y="4069080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6537960" y="4297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6" descr="icon_bol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9283" y="4369003"/>
            <a:ext cx="451714" cy="45171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92240" y="49834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Summarization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492240" y="54864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compression generates concise abstracts from long content.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189720" y="4069080"/>
            <a:ext cx="26974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1"/>
          <p:cNvSpPr/>
          <p:nvPr/>
        </p:nvSpPr>
        <p:spPr>
          <a:xfrm>
            <a:off x="9418320" y="4297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7" descr="icon_ch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9643" y="4369003"/>
            <a:ext cx="451714" cy="45171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372600" y="49834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 &amp; Analytics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372600" y="54864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posts and track engagement metrics centrally.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BlogNest API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" y="202631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9933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(v16+)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icon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" y="2684678"/>
            <a:ext cx="382219" cy="3822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6517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328269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" y="3343046"/>
            <a:ext cx="382219" cy="3822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3101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48640" y="394106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icon_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" y="4001414"/>
            <a:ext cx="382219" cy="38221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9684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48640" y="45994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4" descr="icon_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990" y="4659782"/>
            <a:ext cx="382219" cy="38221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46268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bcrypt.js</a:t>
            </a:r>
            <a:endParaRPr lang="en-US" sz="1450" dirty="0"/>
          </a:p>
        </p:txBody>
      </p:sp>
      <p:sp>
        <p:nvSpPr>
          <p:cNvPr id="20" name="Shape 13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5" descr="icon_clip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990" y="5318150"/>
            <a:ext cx="382219" cy="382219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88720" y="52852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/ VS Code</a:t>
            </a:r>
            <a:endParaRPr lang="en-US" sz="1450" dirty="0"/>
          </a:p>
        </p:txBody>
      </p:sp>
      <p:sp>
        <p:nvSpPr>
          <p:cNvPr id="23" name="Shape 15"/>
          <p:cNvSpPr/>
          <p:nvPr/>
        </p:nvSpPr>
        <p:spPr>
          <a:xfrm>
            <a:off x="6035040" y="1508760"/>
            <a:ext cx="0" cy="4846320"/>
          </a:xfrm>
          <a:prstGeom prst="line">
            <a:avLst/>
          </a:prstGeom>
          <a:noFill/>
          <a:ln w="19050">
            <a:solidFill>
              <a:srgbClr val="D6E2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6"/>
          <p:cNvSpPr/>
          <p:nvPr/>
        </p:nvSpPr>
        <p:spPr>
          <a:xfrm>
            <a:off x="635508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6355080" y="196596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8"/>
          <p:cNvSpPr/>
          <p:nvPr/>
        </p:nvSpPr>
        <p:spPr>
          <a:xfrm>
            <a:off x="6583680" y="2057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6583680" y="24048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i5 (8th Gen+) / AMD Ryzen 5 or equivalent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355080" y="306324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1"/>
          <p:cNvSpPr/>
          <p:nvPr/>
        </p:nvSpPr>
        <p:spPr>
          <a:xfrm>
            <a:off x="6583680" y="3154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6583680" y="35021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minimum · 16 GB recommended for concurrent instances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355080" y="416052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4"/>
          <p:cNvSpPr/>
          <p:nvPr/>
        </p:nvSpPr>
        <p:spPr>
          <a:xfrm>
            <a:off x="6583680" y="4251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583680" y="45994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 of available disk workspace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355080" y="525780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6583680" y="5349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Support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6583680" y="5696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10/11, macOS, or Linux — fully cross-platform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BlogNest API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Backend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2A35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20574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39696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56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2860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/ API tools query route paths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78808" y="2318004"/>
            <a:ext cx="146304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2A35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44568" y="20574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icon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139696"/>
            <a:ext cx="521208" cy="5212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856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 Gateway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349240" y="22860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CORS, JSON parsing, HTTP methods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973568" y="2318004"/>
            <a:ext cx="146304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2A35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339328" y="20574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icon_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139696"/>
            <a:ext cx="521208" cy="5212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0" y="1856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 Middleware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144000" y="22860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extraction &amp; role authorization checks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333756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2A35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49808" y="37033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icon_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3785616"/>
            <a:ext cx="521208" cy="5212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54480" y="350215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554480" y="39319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request/response handling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178808" y="3963924"/>
            <a:ext cx="146304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4343400" y="333756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2A35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4544568" y="37033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4" descr="icon_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864" y="3785616"/>
            <a:ext cx="521208" cy="5212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49240" y="350215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 (Mongoose)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349240" y="39319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Schema-driven MongoDB interactions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7973568" y="3963924"/>
            <a:ext cx="146304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8138160" y="333756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2A35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27"/>
          <p:cNvSpPr/>
          <p:nvPr/>
        </p:nvSpPr>
        <p:spPr>
          <a:xfrm>
            <a:off x="8339328" y="37033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5" descr="icon_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1624" y="3785616"/>
            <a:ext cx="521208" cy="52120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144000" y="350215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Layer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9144000" y="39319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generation &amp; summarization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C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flow top to bottom: gateway  &gt;  middleware  &gt;  controller  &gt;  model/AI  &gt;  MongoDB.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BlogNest API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Data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97480" cy="3657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5623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37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(PK)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1520" y="30906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 (unique)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362102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(hashed)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31520" y="415137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admin/editor/author/reader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29000" y="16002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429000" y="160020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429000" y="2011680"/>
            <a:ext cx="269748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3611880" y="1737360"/>
            <a:ext cx="502920" cy="50292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icon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1856232"/>
            <a:ext cx="265176" cy="2651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51960" y="1737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61188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(PK)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3611880" y="30906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slug, content, excerpt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3611880" y="362102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coverImage, status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3611880" y="415137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 / updatedAt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309360" y="16002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6309360" y="160020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6309360" y="2011680"/>
            <a:ext cx="269748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2" descr="icon_ta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1856232"/>
            <a:ext cx="265176" cy="26517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132320" y="1737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649224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(PK)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6492240" y="30906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slug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6492240" y="362102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6492240" y="415137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9189720" y="16002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0"/>
          <p:cNvSpPr/>
          <p:nvPr/>
        </p:nvSpPr>
        <p:spPr>
          <a:xfrm>
            <a:off x="9189720" y="160020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3E7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1"/>
          <p:cNvSpPr/>
          <p:nvPr/>
        </p:nvSpPr>
        <p:spPr>
          <a:xfrm>
            <a:off x="9189720" y="2011680"/>
            <a:ext cx="2697480" cy="365760"/>
          </a:xfrm>
          <a:prstGeom prst="rect">
            <a:avLst/>
          </a:prstGeom>
          <a:solidFill>
            <a:srgbClr val="3E7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2"/>
          <p:cNvSpPr/>
          <p:nvPr/>
        </p:nvSpPr>
        <p:spPr>
          <a:xfrm>
            <a:off x="9372600" y="1737360"/>
            <a:ext cx="502920" cy="50292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3" descr="icon_com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1856232"/>
            <a:ext cx="265176" cy="26517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0012680" y="1737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937260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(PK)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9372600" y="30906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status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9372600" y="362102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User &amp; Post</a:t>
            </a:r>
            <a:endParaRPr lang="en-US" sz="1150" dirty="0"/>
          </a:p>
        </p:txBody>
      </p:sp>
      <p:sp>
        <p:nvSpPr>
          <p:cNvPr id="43" name="Text 37"/>
          <p:cNvSpPr/>
          <p:nvPr/>
        </p:nvSpPr>
        <p:spPr>
          <a:xfrm>
            <a:off x="9372600" y="415137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 / updatedAt</a:t>
            </a:r>
            <a:endParaRPr lang="en-US" sz="1150" dirty="0"/>
          </a:p>
        </p:txBody>
      </p:sp>
      <p:sp>
        <p:nvSpPr>
          <p:cNvPr id="44" name="Text 38"/>
          <p:cNvSpPr/>
          <p:nvPr/>
        </p:nvSpPr>
        <p:spPr>
          <a:xfrm>
            <a:off x="548640" y="5074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—creates→ Blog Post   ·   Category —belongs to→ Blog Post   ·   Blog Post —has→ Comment   ·   User —writes→ Comment   ·   User —likes→ Blog Post</a:t>
            </a:r>
            <a:endParaRPr lang="en-US" sz="1250" dirty="0"/>
          </a:p>
        </p:txBody>
      </p:sp>
      <p:sp>
        <p:nvSpPr>
          <p:cNvPr id="46" name="Text 4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BlogNest API</a:t>
            </a:r>
            <a:endParaRPr lang="en-US" sz="1000" dirty="0"/>
          </a:p>
        </p:txBody>
      </p:sp>
      <p:sp>
        <p:nvSpPr>
          <p:cNvPr id="47" name="Text 41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Responsibilities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440180" y="2011680"/>
            <a:ext cx="914400" cy="9144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cr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908" y="212140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657600"/>
            <a:ext cx="21854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environment override — manages users, alters roles, prunes malicious comments, inspects full logs.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64592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320540" y="20116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icon_user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2121408"/>
            <a:ext cx="694944" cy="6949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85032" y="3657600"/>
            <a:ext cx="21854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pending drafts, marks records for publication, handles category cleanup.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164592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200900" y="20116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icon_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0628" y="2121408"/>
            <a:ext cx="694944" cy="6949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565392" y="3657600"/>
            <a:ext cx="21854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access — can create and manage posts bound to their own account only.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89720" y="164592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0081260" y="2011680"/>
            <a:ext cx="914400" cy="914400"/>
          </a:xfrm>
          <a:prstGeom prst="ellipse">
            <a:avLst/>
          </a:prstGeom>
          <a:solidFill>
            <a:srgbClr val="3E7A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icon_bo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0988" y="2121408"/>
            <a:ext cx="694944" cy="6949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Reader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445752" y="3657600"/>
            <a:ext cx="21854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access — reads published material and posts comments under an authenticated identity.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BlogNest API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Integration with Google Gemini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07568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63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Blog Generator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14400" y="356616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/api/ai/generate-blog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411480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topic and category, then synthesizes a full-length, structured blog post using context-aware prompt templates — offloading the drafting process entirely.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160020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583680" y="19659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_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075688"/>
            <a:ext cx="694944" cy="6949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83680" y="3063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Content Summarizer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6583680" y="356616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658368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/api/ai/summarize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83680" y="411480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extensive article content through semantic compression to generate concise abstracts and automated metadata summaries in real time.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BlogNest API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9888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2082089"/>
            <a:ext cx="590702" cy="5907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745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37360" y="22860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token-based session handling with no server-side session storage.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46520" y="19888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icon_user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789" y="2082089"/>
            <a:ext cx="590702" cy="5907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745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406640" y="22860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Editor / Author / Reader tiers enforced on every guarded route.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77240" y="35890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9" y="3682289"/>
            <a:ext cx="590702" cy="5907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4747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bcrypt.js Password Hashing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737360" y="38862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hashing ensures raw passwords are never stored.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2918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446520" y="35890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icon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9789" y="3682289"/>
            <a:ext cx="590702" cy="5907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4747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Validation &amp; Sanitization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06640" y="38862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XSS vectors and NoSQL parameter manipulation.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920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777240" y="51892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icon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09" y="5282489"/>
            <a:ext cx="590702" cy="5907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37360" y="50749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737360" y="54864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Throttles abusive traffic to keep the platform resilient.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17920" y="48920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6446520" y="51892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icon_clip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9789" y="5282489"/>
            <a:ext cx="590702" cy="5907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06640" y="50749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406640" y="54864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error handling with consistent, traceable logs.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BlogNest API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31620" y="256032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02" y="2648102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29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7947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requests, receives JSON responses.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3227832"/>
            <a:ext cx="228600" cy="219456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474720" y="228600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366260" y="25603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icon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042" y="2648102"/>
            <a:ext cx="555955" cy="5559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429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(Routing Layer)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11880" y="37947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API routing — links requests to controller handlers.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35040" y="3227832"/>
            <a:ext cx="228600" cy="219456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309360" y="228600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200900" y="25603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icon_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8682" y="2648102"/>
            <a:ext cx="555955" cy="55595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3429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46520" y="37947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requests, validates constraints, delegates to models.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869680" y="3227832"/>
            <a:ext cx="228600" cy="219456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9144000" y="228600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10035540" y="2560320"/>
            <a:ext cx="731520" cy="731520"/>
          </a:xfrm>
          <a:prstGeom prst="ellipse">
            <a:avLst/>
          </a:prstGeom>
          <a:solidFill>
            <a:srgbClr val="3E7A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icon_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3322" y="2648102"/>
            <a:ext cx="555955" cy="55595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1160" y="3429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(Mongoose)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281160" y="37947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blueprints, validation &amp; database operations.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flows: User &gt; Controller &gt; Model &gt; Database, with the Controller returning the packaged JSON response back to the User.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BlogNest API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— Core Endpoints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856232"/>
            <a:ext cx="822960" cy="438912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856232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737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737360" y="20574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registered successfully — returns new user id, name &amp; email.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12680" y="1856232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4F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12680" y="185623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31520" y="2999232"/>
            <a:ext cx="822960" cy="438912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2999232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37360" y="2880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737360" y="32004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signed JWT token for authenticated sessions.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12680" y="2999232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4F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012680" y="299923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1520" y="4142232"/>
            <a:ext cx="822960" cy="438912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4142232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37360" y="4023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/api/blogs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737360" y="43434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blog post linked to the authenticated author.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012680" y="4142232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4F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012680" y="414223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31520" y="5285232"/>
            <a:ext cx="822960" cy="438912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31520" y="5285232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37360" y="5166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/api/blogs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737360" y="54864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all blogs with populated author details.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012680" y="5285232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4F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0012680" y="528523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using Postman &amp; Thunder Client against a locally running Express server (localhost:5000).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BlogNest API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Endpoint Testing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9" y="2013509"/>
            <a:ext cx="590702" cy="5907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20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Blog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/api/ai/generate-blog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2960" y="297180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60120" y="2971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{ "topic": "React.js", "category": "Technology" }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37490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complete, structured blog post — title, full article content, category and author metadata — generated in ~4 seconds.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17920" y="160020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63500" dist="25400" dir="5400000" algn="bl" rotWithShape="0">
              <a:srgbClr val="9AAA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537960" y="1920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icon_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229" y="2013509"/>
            <a:ext cx="590702" cy="5907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1920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Content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45236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/api/ai/summarize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492240" y="297180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629400" y="2971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{ "content": "React.js" }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492240" y="37490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concise, well-formed summary paragraph capturing the core meaning of the source content.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BlogNest API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_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58368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600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BlogNest API brings together secure authentication, role-based collaboration, and generative AI to turn blog content creation into a fast, structured, and measurable workflow.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78638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4864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icon_cr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" y="4129430"/>
            <a:ext cx="382219" cy="3822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4050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Priyadharshini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88720" y="43068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464515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" y="4705502"/>
            <a:ext cx="382219" cy="3822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6268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A. Yuvashree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88720" y="48828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522122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" y="5281574"/>
            <a:ext cx="382219" cy="3822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52029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 S. Sadhana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88720" y="54589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579729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" y="5857646"/>
            <a:ext cx="382219" cy="38221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5779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Samrin Fathima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188720" y="60350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BlogNest API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1260</Words>
  <Application>Microsoft Office PowerPoint</Application>
  <PresentationFormat>Widescreen</PresentationFormat>
  <Paragraphs>247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 priyadharshini</cp:lastModifiedBy>
  <cp:revision>1</cp:revision>
  <dcterms:created xsi:type="dcterms:W3CDTF">2026-09-26T16:48:09Z</dcterms:created>
  <dcterms:modified xsi:type="dcterms:W3CDTF">2026-09-26T16:53:48Z</dcterms:modified>
</cp:coreProperties>
</file>